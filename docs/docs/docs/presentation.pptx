
<file path=[Content_Types].xml><?xml version="1.0" encoding="utf-8"?>
<Types xmlns="http://schemas.openxmlformats.org/package/2006/content-types">
  <Default Extension="com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68DD5-E073-C77D-0438-B6BB908A3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2B8BE0-4970-4BD4-56D1-6ED6679AC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BCFE0F-82F0-D779-FC03-1ECB60E4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53060-273B-FD92-211E-02EEEA09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290531-C90C-CE9F-010A-1E87BB72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61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9AE23-2371-6B9D-E3BD-1877A13D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DFFFCE-D5CE-69C1-42FE-52BCFCFED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BA76DE-909A-5170-EE0F-57E3CD07B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E3712B-561B-2E61-3F8B-8A60F46A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C90B48-55B0-5BDE-AD15-5B95824A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102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CA0846-33BB-D548-85CB-C0F8B8F32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AA6043-4949-E18B-2D71-5FCCEEDCF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B28220-94AF-B210-F7F7-17A117A2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46BCF1-6640-CC7A-A4CC-F3D9EC31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81386-7F91-1747-3297-85FAFB1F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756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A282B-CAAE-8BB3-72B9-0853EF9E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B8A1CE-6137-F9EA-172F-E7B3B79C4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D3FBA0-33B0-CCE1-98AB-D5D70937E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BCD350-6F37-7068-3B7D-FFD93A268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FFF416-5991-94D3-A865-3CB1D2DD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DD48A2-DF08-9258-AB70-DE8DEDF4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905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A846D-4D11-1D91-6398-F74C760E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A27EF1-BEAF-9826-7B1B-56254314E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1A5B8E-B1F2-1D85-2AB2-7293ACC7D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5653E2-14FC-680D-3CC4-CF53FAA31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BD132A-1E92-DFB5-6797-44078AC99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1EE2318-A651-79AA-112C-1A535C6D3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D6C0B3D-37CE-ED79-0CE9-B724FB82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47241ED-4458-2FF6-AF19-B74E0E33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261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7E97A8-3FF2-EB8F-FDBB-616ED9C1B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DCCCFFC-55E4-3D04-C3E4-1355DE02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62CF6C3-87DD-B7B8-9BFF-2CA6E62CB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0AAA53-4E92-A458-A18A-8910BCE10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10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8BBD94-4FAF-E020-1068-02B17E48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6F62026-DAF9-FED5-83B2-C5D6E0D6E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7F495A-826B-48B8-BA3B-475BB400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24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2E8DB-07AB-399A-3406-A98947C52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541618-BADE-4645-CD60-26D3D5736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088DE5-4AD6-47C3-024C-64BCA8F31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52387B-0C02-82A1-A640-27CC02C1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DEF93D-2D61-F6CB-C0CA-37A863C75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34C199-5853-6EA5-2183-DD8C04998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230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7493B-2E1D-5732-49FC-37728FE6C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7887807-4EEC-1093-1186-CBBCA182E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8B060F-057B-74C6-CF04-B9ABB3ED9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52C2EB-54D4-E5E8-86EF-708A6DAE1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19BC01-45F6-E668-3E0A-1D8E3189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A81902-76BB-1EBB-FCCD-48DA4AAFB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856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FCC063-8121-F843-03A0-AE3B5C3A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FBD4B5-C7D0-0B83-D3F0-4808F44F2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436F19-AE3D-A6CD-CBCC-EBF9258CA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67D3EF-3464-177C-2C2E-BD061AE9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91107B-5A5F-6D0A-81F8-1FFB5D83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89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E42AB89-6342-262C-7A2B-92036BA81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5D9A1C-1AE6-C7B6-B7C2-001B13004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0DBEC2-08A3-5C82-3D57-046AE1E9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68275B-ADBC-930C-5BC8-B89BCB7D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DC3C9F-5B8E-CDF4-CA3E-6977DC4A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81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C4DF8-BCEE-A81F-8FEE-7E89E883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4D6948-1349-2E8A-AFEB-061921026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62D9DF-2F17-57F6-4BD6-7544A37B0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337AD-2DF9-406E-994B-46164F5E24AD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FFC0A3-CE3F-4D31-45C7-D61245569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B78EB5-2CF0-4ED7-35A9-D016D35CE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55DDE-1767-47C6-8DB4-CC8C91E4C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30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com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82AB6-DC7D-8B7B-789E-86CF59B23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519" y="28944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AccessEvent</a:t>
            </a:r>
            <a:r>
              <a:rPr lang="en-US" dirty="0"/>
              <a:t> — </a:t>
            </a:r>
            <a:r>
              <a:rPr lang="en-US" dirty="0" err="1"/>
              <a:t>инклюзивная</a:t>
            </a:r>
            <a:r>
              <a:rPr lang="en-US" dirty="0"/>
              <a:t> </a:t>
            </a:r>
            <a:r>
              <a:rPr lang="en-US" dirty="0" err="1"/>
              <a:t>платформа</a:t>
            </a:r>
            <a:r>
              <a:rPr lang="en-US" dirty="0"/>
              <a:t> </a:t>
            </a:r>
            <a:r>
              <a:rPr lang="en-US" dirty="0" err="1"/>
              <a:t>мероприятий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0647BF-A35A-BCCD-117F-9858944CE8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 </a:t>
            </a:r>
            <a:r>
              <a:rPr lang="ru-RU" dirty="0" err="1"/>
              <a:t>Погоскин</a:t>
            </a:r>
            <a:r>
              <a:rPr lang="ru-RU" dirty="0"/>
              <a:t> Александр Романович</a:t>
            </a:r>
          </a:p>
          <a:p>
            <a:r>
              <a:rPr lang="ru-RU" dirty="0"/>
              <a:t>Группа: 22ИС-25</a:t>
            </a:r>
          </a:p>
          <a:p>
            <a:r>
              <a:rPr lang="ru-RU" dirty="0"/>
              <a:t>Руководитель: Александр Александрович Борисов</a:t>
            </a:r>
          </a:p>
        </p:txBody>
      </p:sp>
    </p:spTree>
    <p:extLst>
      <p:ext uri="{BB962C8B-B14F-4D97-AF65-F5344CB8AC3E}">
        <p14:creationId xmlns:p14="http://schemas.microsoft.com/office/powerpoint/2010/main" val="36701888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D7B99-FD6A-6C70-B766-F48CAF3B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и 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80689E-A6FA-A998-8458-63FC5F26F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ru-RU" b="1" dirty="0"/>
              <a:t>Проблема:</a:t>
            </a:r>
            <a:r>
              <a:rPr lang="ru-RU" dirty="0"/>
              <a:t> Люди с нарушениями слуха не могут полноценно участвовать в мероприятиях. Существующие платформы ориентированы на звуковые уведомления и голосовую связь.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b="1" dirty="0"/>
              <a:t>Цель:</a:t>
            </a:r>
            <a:r>
              <a:rPr lang="ru-RU" dirty="0"/>
              <a:t> Создать веб-платформу для организации мероприятий с визуальными уведомлениями, текстовым чатом и цветовой индикацией статусов (доступную для слабослышащих).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12145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049ED-D811-A103-4517-3F995D7C0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73" y="493658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и стейкхолдеры</a:t>
            </a: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3374D5-FAE7-006F-2B6B-FD599D88E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6881"/>
            <a:ext cx="5502244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разработке мы опирались на жесткие требования. Главное из них — соответствие стандарту доступности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WCAG 2.1 AA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подразумевает передачу информации через визуальный канал.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A102CD-57E2-AC12-F706-8F297C523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244" y="1819221"/>
            <a:ext cx="6443329" cy="270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022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33662-070D-A2CC-2123-EDBCCB940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и база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D9AF13-B971-0A13-B9D5-9145BCB7D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25213"/>
            <a:ext cx="7002101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3.11,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16, HTML/CSS/JS.</a:t>
            </a:r>
          </a:p>
          <a:p>
            <a:pPr marL="457200" lvl="1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Трехслойная (клиентский слой, серверная логика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база данных).</a:t>
            </a:r>
          </a:p>
          <a:p>
            <a:pPr marL="457200" lvl="1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таблиц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др.).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055BE7-D83D-8F44-3CE5-BE8630BB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101" y="1845217"/>
            <a:ext cx="4979406" cy="443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15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7BC95-7D78-B10F-25E1-D7AF2559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22" y="-10249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1504AD-0C2E-43E3-6571-86F9ABA6A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62" y="1483387"/>
            <a:ext cx="4246075" cy="2612083"/>
          </a:xfrm>
        </p:spPr>
        <p:txBody>
          <a:bodyPr/>
          <a:lstStyle/>
          <a:p>
            <a:pPr marL="0" lv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вход (JWT).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999DC2F-9050-9A24-5B38-2DFDC40120D4}"/>
              </a:ext>
            </a:extLst>
          </p:cNvPr>
          <p:cNvSpPr txBox="1">
            <a:spLocks/>
          </p:cNvSpPr>
          <p:nvPr/>
        </p:nvSpPr>
        <p:spPr>
          <a:xfrm>
            <a:off x="130522" y="3957588"/>
            <a:ext cx="4246076" cy="2548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инклюзивного мероприятия.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2E0092-D94F-FCD6-15C3-1982046F5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251" y="1551681"/>
            <a:ext cx="2794971" cy="20563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55011F-9663-A2C5-A2B7-EEDF94390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904" y="1533892"/>
            <a:ext cx="3023398" cy="206074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18435E3-1EB0-229D-6FA2-59F90E7A4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626" y="4129952"/>
            <a:ext cx="3758634" cy="235273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97496D7-679C-C559-45F3-E3ACD9F72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638" y="4129952"/>
            <a:ext cx="2794971" cy="274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69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1D7B4-2DEE-5615-2368-663B9C7B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качество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B1760EF-3B5E-330C-14AE-287CCDA93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381" y="1754618"/>
            <a:ext cx="6800473" cy="24733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F77913-CC8D-7FC3-72C0-294024C03241}"/>
              </a:ext>
            </a:extLst>
          </p:cNvPr>
          <p:cNvSpPr txBox="1"/>
          <p:nvPr/>
        </p:nvSpPr>
        <p:spPr>
          <a:xfrm>
            <a:off x="651849" y="4427145"/>
            <a:ext cx="8963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 CI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При каждом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пуше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запускаются автоматические тесты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Все тесты проходят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зелёный)</a:t>
            </a:r>
          </a:p>
        </p:txBody>
      </p:sp>
    </p:spTree>
    <p:extLst>
      <p:ext uri="{BB962C8B-B14F-4D97-AF65-F5344CB8AC3E}">
        <p14:creationId xmlns:p14="http://schemas.microsoft.com/office/powerpoint/2010/main" val="3744803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492B1-AEA3-1DC8-BA5B-0CFF9D24A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и развитие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35BE6FA-F773-DC68-2EF3-491794742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493" y="1378284"/>
            <a:ext cx="6654271" cy="278395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64D37C1-81A5-B1BD-BEE2-53BC67FA6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57" y="4162242"/>
            <a:ext cx="7986652" cy="269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426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D9E27-BA60-F017-BBFC-0B7F4DA0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CCDC22-174A-D0BF-C2EA-772BEB55B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sz="2400" dirty="0"/>
              <a:t>Реализована база данных (</a:t>
            </a:r>
            <a:r>
              <a:rPr lang="ru-RU" sz="2400" dirty="0" err="1"/>
              <a:t>SQLite</a:t>
            </a:r>
            <a:r>
              <a:rPr lang="ru-RU" sz="2400" dirty="0"/>
              <a:t>) для мероприятий и регистраций.</a:t>
            </a:r>
          </a:p>
          <a:p>
            <a:pPr marL="0" indent="0">
              <a:buNone/>
            </a:pPr>
            <a:r>
              <a:rPr lang="ru-RU" sz="2400" dirty="0"/>
              <a:t>Освоили </a:t>
            </a:r>
            <a:r>
              <a:rPr lang="ru-RU" sz="2400" dirty="0" err="1"/>
              <a:t>backen</a:t>
            </a:r>
            <a:endParaRPr lang="ru-RU" sz="2400" dirty="0"/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0D4A2B-9A7E-2CD7-0D31-04F1CB45C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30" y="3049719"/>
            <a:ext cx="2818835" cy="28188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6B07C0-AC56-A850-1F4E-BD04B7149F9B}"/>
              </a:ext>
            </a:extLst>
          </p:cNvPr>
          <p:cNvSpPr txBox="1"/>
          <p:nvPr/>
        </p:nvSpPr>
        <p:spPr>
          <a:xfrm>
            <a:off x="706530" y="59425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https://github.com/Sashabrawl/access-event</a:t>
            </a:r>
          </a:p>
        </p:txBody>
      </p:sp>
    </p:spTree>
    <p:extLst>
      <p:ext uri="{BB962C8B-B14F-4D97-AF65-F5344CB8AC3E}">
        <p14:creationId xmlns:p14="http://schemas.microsoft.com/office/powerpoint/2010/main" val="2966609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</TotalTime>
  <Words>214</Words>
  <Application>Microsoft Office PowerPoint</Application>
  <PresentationFormat>Широкоэкранный</PresentationFormat>
  <Paragraphs>27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AccessEvent — инклюзивная платформа мероприятий</vt:lpstr>
      <vt:lpstr>Проблема и цель</vt:lpstr>
      <vt:lpstr>Требования и стейкхолдеры </vt:lpstr>
      <vt:lpstr>Архитектура и база данных</vt:lpstr>
      <vt:lpstr>Демонстрация</vt:lpstr>
      <vt:lpstr> Тестирование и качество</vt:lpstr>
      <vt:lpstr>Оценка и развитие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5</cp:revision>
  <dcterms:created xsi:type="dcterms:W3CDTF">2026-10-19T05:03:03Z</dcterms:created>
  <dcterms:modified xsi:type="dcterms:W3CDTF">2026-10-21T10:52:41Z</dcterms:modified>
</cp:coreProperties>
</file>